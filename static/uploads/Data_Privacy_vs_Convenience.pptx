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Privacy vs Convenience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Finding the Right Balance in the Digital Age</a:t>
            </a:r>
          </a:p>
          <a:p>
            <a:endParaRPr dirty="0"/>
          </a:p>
          <a:p>
            <a:r>
              <a:rPr dirty="0"/>
              <a:t>Presented by: </a:t>
            </a:r>
            <a:r>
              <a:rPr lang="en-US" dirty="0"/>
              <a:t>Prajwal M Hegde</a:t>
            </a:r>
            <a:endParaRPr dirty="0"/>
          </a:p>
          <a:p>
            <a:r>
              <a:rPr lang="en-US" dirty="0" err="1"/>
              <a:t>Reg.No</a:t>
            </a:r>
            <a:r>
              <a:rPr lang="en-US" dirty="0"/>
              <a:t>.</a:t>
            </a:r>
            <a:r>
              <a:rPr dirty="0"/>
              <a:t>:</a:t>
            </a:r>
            <a:r>
              <a:rPr lang="en-US" dirty="0"/>
              <a:t> P03AC24S126043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Users share personal data for better services</a:t>
            </a:r>
          </a:p>
          <a:p>
            <a:r>
              <a:t>• Convenience comes from personalization</a:t>
            </a:r>
          </a:p>
          <a:p>
            <a:r>
              <a:t>• Raises privacy and security concerns</a:t>
            </a:r>
          </a:p>
          <a:p>
            <a:r>
              <a:t>• Key question: How much privacy for convenience?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Privacy?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Protection of personal information</a:t>
            </a:r>
          </a:p>
          <a:p>
            <a:r>
              <a:t>• Includes name, email, phone number</a:t>
            </a:r>
          </a:p>
          <a:p>
            <a:r>
              <a:t>• Location, browsing history</a:t>
            </a:r>
          </a:p>
          <a:p>
            <a:r>
              <a:t>• Financial and health data</a:t>
            </a:r>
          </a:p>
          <a:p>
            <a:r>
              <a:t>• Ensures responsible data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Convenience?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Ease of using digital services</a:t>
            </a:r>
          </a:p>
          <a:p>
            <a:r>
              <a:t>• Auto-login and saved passwords</a:t>
            </a:r>
          </a:p>
          <a:p>
            <a:r>
              <a:t>• Personalized recommendations</a:t>
            </a:r>
          </a:p>
          <a:p>
            <a:r>
              <a:t>• Voice assistants and smart devices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Data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services</a:t>
            </a:r>
          </a:p>
          <a:p>
            <a:r>
              <a:t>• Personalized content</a:t>
            </a:r>
          </a:p>
          <a:p>
            <a:r>
              <a:t>• Better user experience</a:t>
            </a:r>
          </a:p>
          <a:p>
            <a:r>
              <a:t>• Automation and smart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to Data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breaches and hacking</a:t>
            </a:r>
          </a:p>
          <a:p>
            <a:r>
              <a:t>• Unauthorized sharing</a:t>
            </a:r>
          </a:p>
          <a:p>
            <a:r>
              <a:t>• Identity theft and fraud</a:t>
            </a:r>
          </a:p>
          <a:p>
            <a:r>
              <a:t>• Loss of control over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Balancing Privacy &amp; Convenience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strong passwords</a:t>
            </a:r>
          </a:p>
          <a:p>
            <a:r>
              <a:t>• Limit data sharing</a:t>
            </a:r>
          </a:p>
          <a:p>
            <a:r>
              <a:t>• Check privacy settings</a:t>
            </a:r>
          </a:p>
          <a:p>
            <a:r>
              <a:t>• Understand policies</a:t>
            </a:r>
          </a:p>
          <a:p>
            <a:r>
              <a:t>• Demand transparency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Privacy and convenience both matter</a:t>
            </a:r>
          </a:p>
          <a:p>
            <a:r>
              <a:t>• Make informed choices</a:t>
            </a:r>
          </a:p>
          <a:p>
            <a:r>
              <a:t>• Companies must protect data</a:t>
            </a:r>
          </a:p>
          <a:p>
            <a:r>
              <a:t>• Aim for a safe digital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Data Privacy vs Convenience</vt:lpstr>
      <vt:lpstr>Introduction</vt:lpstr>
      <vt:lpstr>What is Data Privacy?</vt:lpstr>
      <vt:lpstr>What is Convenience?</vt:lpstr>
      <vt:lpstr>Benefits of Data Sharing</vt:lpstr>
      <vt:lpstr>Risks to Data Privacy</vt:lpstr>
      <vt:lpstr>Balancing Privacy &amp; Convenience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Prajwal Hegde</cp:lastModifiedBy>
  <cp:revision>2</cp:revision>
  <dcterms:created xsi:type="dcterms:W3CDTF">2013-01-27T09:14:16Z</dcterms:created>
  <dcterms:modified xsi:type="dcterms:W3CDTF">2026-04-16T17:13:34Z</dcterms:modified>
  <cp:category/>
</cp:coreProperties>
</file>